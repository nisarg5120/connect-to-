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ConnectTo is an original professional networking platform built as a full-stack project with a React frontend and an Express REST API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identity, discovery and opportunity are split across tools, and existing platforms are too heavy and closed to adapt.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is one integrated application built around four pillars: identity, discovery, engagement and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working modules: feed, engagement, connections, opportunities, search, and profile with messaging.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standard three-tier architecture: React client, Express REST API, and a storage layer that can be replaced with a real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API is small and readable: profiles, feed, posts, opportunities, connections and unified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that the prototype solves the fragmentation problem, and outline the next steps toward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206240" cy="420624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377440" cy="23774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ConnectTo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professional networking platform where profile, network,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and opportunity live in one place.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72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•  Vite  •  Node.js  •  Express  •  REST API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networking today is scattered and noisy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professional or student has to juggle several disconnected tools to present who they are, find the right people and reach the right opportunity.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5257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128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762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identity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14600"/>
            <a:ext cx="4279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Resume, portfolio, skills and contacts are spread across documents, chat apps and multiple sites, so no single view of a professional exists.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938528"/>
            <a:ext cx="5257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2128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19672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762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discovery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514600"/>
            <a:ext cx="4279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people by skill, location or interest is difficult, and feeds surface noise instead of relevant work and conversations.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5257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8770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611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40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job search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78808"/>
            <a:ext cx="4279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sit on separate job boards, away from the user's profile, skills and network that should power the match.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602736"/>
            <a:ext cx="5257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38770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1967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840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Heavy, closed platforms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178808"/>
            <a:ext cx="4279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networks are ad-driven, cluttered and impossible to extend or self-host for a college, community or small team.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0632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34924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one lightweight, extensible platform that unifies profile, network, feed, messaging and opportunities.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ConnectTo brings it all under one roof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0632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 web application where a professional can present a showcase profile, grow a network, share and discuss work, and act on opportunities — without leaving the platform.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clean full-stack prototype with a swappable storage layer, so it can grow into a production system.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1554480"/>
            <a:ext cx="6400800" cy="932688"/>
          </a:xfrm>
          <a:prstGeom prst="roundRect">
            <a:avLst>
              <a:gd name="adj" fmla="val 1176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94960" y="18288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7007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identity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199339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showcase profile carrying headline, location, about, experience and a skill toolkit.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633472"/>
            <a:ext cx="6400800" cy="932688"/>
          </a:xfrm>
          <a:prstGeom prst="roundRect">
            <a:avLst>
              <a:gd name="adj" fmla="val 1176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9077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949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7797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discovery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07238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 across people and opportunities by name, skill, role, company or city.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3712464"/>
            <a:ext cx="6400800" cy="932688"/>
          </a:xfrm>
          <a:prstGeom prst="roundRect">
            <a:avLst>
              <a:gd name="adj" fmla="val 1176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398678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9496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858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engagement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415137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feed with a composer, appreciation, discussion and direct messaging.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4791456"/>
            <a:ext cx="6400800" cy="932688"/>
          </a:xfrm>
          <a:prstGeom prst="roundRect">
            <a:avLst>
              <a:gd name="adj" fmla="val 1176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94960" y="506577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9496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4937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in context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52303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matched to the user's toolkit, with one-click apply inside the same app.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application delivers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41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Feed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752344"/>
            <a:ext cx="2944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to publish updates, with an enriched feed showing author, headline and timestamp.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8562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441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Appreciate &amp; Discuss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752344"/>
            <a:ext cx="2944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Toggle-based like with live count, comment and share actions on every post.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562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441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Circle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752344"/>
            <a:ext cx="2944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professionals as cards and connect; connections are stored both ways.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0965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681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992624"/>
            <a:ext cx="2944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Live-filtered roles by title, company, location or skill, with an apply action.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84048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0965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4681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4992624"/>
            <a:ext cx="2944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returns matching people and matching opportunities together.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0965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681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&amp; Messages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4992624"/>
            <a:ext cx="2944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with about, experience timeline and toolkit, plus a chat workspace.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client–server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19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974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 with view-based routing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components: Header, Feed, Cards, Chat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 icons, custom CSS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6002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6002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632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719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6974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under /api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JSON middleware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404 / 400 handling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16002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6002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1719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26974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posts, opportunities, connections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UUID-based record creation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with MongoDB / PostgreSQL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3063240"/>
            <a:ext cx="457200" cy="365760"/>
          </a:xfrm>
          <a:prstGeom prst="rightArrow">
            <a:avLst/>
          </a:prstGeom>
          <a:solidFill>
            <a:srgbClr val="9FB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92440" y="3063240"/>
            <a:ext cx="457200" cy="365760"/>
          </a:xfrm>
          <a:prstGeom prst="rightArrow">
            <a:avLst/>
          </a:prstGeom>
          <a:solidFill>
            <a:srgbClr val="9FB3B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calls the API at http://localhost:5000/api  •  Backend serves on port 5000, client on port 5173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 powering the platform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0992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099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099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  •  /api/users/:id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7099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profiles or a single showcase profile.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31136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368296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3682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3682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/api/feed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3682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posts enriched with author details.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89504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026664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632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0266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0266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  •  /api/posts/:id/like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0266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post; toggle appreciation with live count.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685032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36850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36850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/api/opportunities?q=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685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filter roles by title, company, location or skill.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34340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632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43434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4343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/api/opportunities/:id/apply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4343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 application and confirm to the user.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864608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" y="500176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" y="50017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965960" y="5001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/api/connections/:id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50017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user's circle or create a two-way connection.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522976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8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" y="5660136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1248" y="56601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965960" y="56601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/api/search?q=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56601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 returning people and opportunities.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05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answer to a fragmented problem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ConnectTo demonstrates a complete networking workflow — profile, feed, connections, opportunities, search and messaging — on a clean React and Express stack that is simple to run and ready to extend.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291840"/>
            <a:ext cx="52120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E5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53872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410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login, sign-up and role-based access.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291840"/>
            <a:ext cx="52120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E5A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53872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410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database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or PostgreSQL replacing the in-memory store.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343400"/>
            <a:ext cx="52120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E5A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59028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462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54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messaging with delivery and read status.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4343400"/>
            <a:ext cx="52120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E5A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59028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4462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4754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Skill-based people and job matching, plus cloud deployment.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806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ConnectTo - Professional Networking Platform</dc:title>
  <dc:subject>PptxGenJS Presentation</dc:subject>
  <dc:creator>ConnectTo</dc:creator>
  <cp:lastModifiedBy>ConnectTo</cp:lastModifiedBy>
  <cp:revision>1</cp:revision>
  <dcterms:created xsi:type="dcterms:W3CDTF">2026-09-20T08:14:59Z</dcterms:created>
  <dcterms:modified xsi:type="dcterms:W3CDTF">2026-09-20T08:14:59Z</dcterms:modified>
</cp:coreProperties>
</file>